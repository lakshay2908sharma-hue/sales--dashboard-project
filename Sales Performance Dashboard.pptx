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3" y="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599" y="1437866"/>
            <a:ext cx="9477700" cy="1991134"/>
          </a:xfrm>
        </p:spPr>
        <p:txBody>
          <a:bodyPr/>
          <a:lstStyle/>
          <a:p>
            <a:r>
              <a:rPr lang="en-US" dirty="0"/>
              <a:t>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8599" y="5064816"/>
            <a:ext cx="7077456" cy="86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LAKSHAY SHARMA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48" y="623711"/>
            <a:ext cx="7781544" cy="859055"/>
          </a:xfrm>
        </p:spPr>
        <p:txBody>
          <a:bodyPr>
            <a:normAutofit/>
          </a:bodyPr>
          <a:lstStyle/>
          <a:p>
            <a:r>
              <a:rPr lang="en-US" sz="4800" dirty="0"/>
              <a:t>Objective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5671" y="2803595"/>
            <a:ext cx="8763707" cy="2005472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i="1" dirty="0"/>
              <a:t>To design an interactive dashboard for business analysis.</a:t>
            </a:r>
          </a:p>
          <a:p>
            <a:endParaRPr lang="en-US" sz="29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i="1" dirty="0"/>
              <a:t>To analyze sales, profit, and order trend </a:t>
            </a:r>
          </a:p>
          <a:p>
            <a:endParaRPr lang="en-US" sz="2900" i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 i="1" dirty="0"/>
              <a:t>To provide insights for better decision making</a:t>
            </a:r>
          </a:p>
          <a:p>
            <a:endParaRPr lang="en-US" i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46" y="352778"/>
            <a:ext cx="7781544" cy="859055"/>
          </a:xfrm>
        </p:spPr>
        <p:txBody>
          <a:bodyPr/>
          <a:lstStyle/>
          <a:p>
            <a:r>
              <a:rPr lang="en-US" dirty="0"/>
              <a:t>Dataset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4028" y="2037080"/>
            <a:ext cx="6803136" cy="278384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/>
              <a:t>Superstore Sales Dataset(Kaggle)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/>
              <a:t>Contains information like:</a:t>
            </a:r>
          </a:p>
          <a:p>
            <a:r>
              <a:rPr lang="en-US" sz="2000" i="1" dirty="0"/>
              <a:t>   1.Sales</a:t>
            </a:r>
          </a:p>
          <a:p>
            <a:r>
              <a:rPr lang="en-US" sz="2000" i="1" dirty="0"/>
              <a:t>   2.Profit</a:t>
            </a:r>
          </a:p>
          <a:p>
            <a:r>
              <a:rPr lang="en-US" sz="2000" i="1" dirty="0"/>
              <a:t>   3.Order Date </a:t>
            </a:r>
          </a:p>
          <a:p>
            <a:r>
              <a:rPr lang="en-US" sz="2000" i="1" dirty="0"/>
              <a:t>   4.Region</a:t>
            </a:r>
          </a:p>
          <a:p>
            <a:r>
              <a:rPr lang="en-US" sz="2000" i="1" dirty="0"/>
              <a:t>   5.Category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845861"/>
            <a:ext cx="11214100" cy="535531"/>
          </a:xfrm>
        </p:spPr>
        <p:txBody>
          <a:bodyPr/>
          <a:lstStyle/>
          <a:p>
            <a:r>
              <a:rPr lang="en-US" dirty="0"/>
              <a:t>Key Performance Indicators(KPIs)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5700" y="1918896"/>
            <a:ext cx="6718300" cy="4093243"/>
          </a:xfrm>
        </p:spPr>
        <p:txBody>
          <a:bodyPr/>
          <a:lstStyle/>
          <a:p>
            <a:r>
              <a:rPr lang="en-US" sz="2000" dirty="0"/>
              <a:t>Total Sales:2.30M</a:t>
            </a:r>
          </a:p>
          <a:p>
            <a:r>
              <a:rPr lang="en-US" sz="2000" dirty="0"/>
              <a:t>Total Order:5009</a:t>
            </a:r>
          </a:p>
          <a:p>
            <a:r>
              <a:rPr lang="en-US" sz="2000" dirty="0"/>
              <a:t>Total Profit:286.40k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323" y="5915620"/>
            <a:ext cx="5157788" cy="823912"/>
          </a:xfrm>
        </p:spPr>
        <p:txBody>
          <a:bodyPr/>
          <a:lstStyle/>
          <a:p>
            <a:r>
              <a:rPr lang="en-US" dirty="0"/>
              <a:t>Interactive dashboard with filter and visualization 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CAA9CB8-D19A-C16A-8F64-AFE1297A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D7EE45-E46F-1467-A275-35E0D6F68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03" y="1131645"/>
            <a:ext cx="6692096" cy="459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2C256E3-0855-48F6-F5ED-A75450FB3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522605"/>
            <a:ext cx="11214100" cy="535531"/>
          </a:xfrm>
        </p:spPr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D840210-B17E-EC7F-0B26-C4CC5E9BB1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99130" y="1598492"/>
            <a:ext cx="6063110" cy="3095428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1" dirty="0"/>
              <a:t>Sales show a consistent increasing trend over the years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1" dirty="0"/>
              <a:t>Technology category has the highest sales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1" dirty="0"/>
              <a:t>West region generates the highest sales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1" dirty="0"/>
              <a:t>Profit is lower compared to total sales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i="1" dirty="0"/>
              <a:t>Dashboard allows interactive filtering of data</a:t>
            </a:r>
            <a:endParaRPr lang="en-IN" sz="1800" i="1" dirty="0"/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17454" y="1502204"/>
            <a:ext cx="5787586" cy="22671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/>
              <a:t>Dashboard helps in understanding business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/>
              <a:t>Provides clear insights for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/>
              <a:t>Interactive filters improve data exploration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</a:t>
            </a:r>
            <a:r>
              <a:rPr lang="en-US"/>
              <a:t>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18</TotalTime>
  <Words>148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Trade Gothic LT Pro</vt:lpstr>
      <vt:lpstr>Trebuchet MS</vt:lpstr>
      <vt:lpstr>Office Theme</vt:lpstr>
      <vt:lpstr>Sales Performance Dashboard</vt:lpstr>
      <vt:lpstr>Objective</vt:lpstr>
      <vt:lpstr>Dataset </vt:lpstr>
      <vt:lpstr>Key Performance Indicators(KPIs)</vt:lpstr>
      <vt:lpstr>Dashboard</vt:lpstr>
      <vt:lpstr>Insights</vt:lpstr>
      <vt:lpstr>Conclusion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Lakshay</dc:creator>
  <cp:lastModifiedBy>Lakshay</cp:lastModifiedBy>
  <cp:revision>1</cp:revision>
  <dcterms:created xsi:type="dcterms:W3CDTF">2026-04-14T11:33:52Z</dcterms:created>
  <dcterms:modified xsi:type="dcterms:W3CDTF">2026-04-14T11:52:42Z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